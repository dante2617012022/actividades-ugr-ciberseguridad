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U-F7tJyky4vG"/>
  <p:tag name="LUCID-DOCUMENT" val="f0f1dbe8-51b5-4f71-a25e-4487fa4010ed"/>
  <p:tag name="LUCID-UPDATE-TIME" val="176277739408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